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551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4B90F-3E2D-676A-597A-CA18095CE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3BD3B-B40A-1FD3-4C2F-295DFE18E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DF644-4074-DE90-7373-287D4AD6E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A8D07-413B-48B3-FCD4-990FD99F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498A2-4FAA-D93C-9433-6C9511D1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4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64E4-FFC9-1B5D-4FDF-AE6855A5A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0CB81-6F25-29D3-FCE0-CC2D74A72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33D47-BD70-0C6B-669D-DCD44B62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0BA2-4923-E8FD-FE7C-CCB242F85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E2627-BACE-20B8-2737-C2BA37F0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33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8BAE-A524-0BFF-252E-D1E35AEB9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6C71C-462F-5B3F-0B00-6FBA4A669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A261A-B4E3-06D5-71F4-E1C12146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5009F-7280-1699-3AFC-D3BC7A6D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A5CDC-65B6-6710-AB05-7E6B9657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07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D5C3-483E-C861-A952-03BAA4F7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6F338-29E7-8B37-82A1-174530085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9CD66-83F6-60CC-FCC8-99F4CE5AF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C36A4-C058-B621-2CC1-CDC332772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148EE-0ACE-8E6F-E977-CA78BC010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EE85F-D24F-B27C-AB3A-00EBBBCA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31790-C03B-55B8-9D5C-3C414A8F0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6485F8-8A72-1E1D-6AEC-4FD5F1E30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EACEEE-8D15-EED7-C981-4DE261E1C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5CD8B-10B3-3A1C-8A03-D833942EA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328E72-9A9B-8BC1-884C-60376CB9D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649B9-EB29-01BC-8E6E-FE6153F6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4E6729-4784-4674-3D6F-5400CD560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00DF6-2CE0-84FB-0238-7AD9602F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6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CD32-2FBA-FB66-A7E2-A8130278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E14C9A-E5F0-010E-7048-30B502912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71260A-F063-8383-20F3-D9A8D752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C1CC43-1DF4-B709-3B21-3045D253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1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69DAD-9743-F227-BC8F-71081980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C5380-EC57-C595-E496-A4D6F07B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057AE-ED17-09E4-4258-599D06C7F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61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9335-72A3-1810-0CB1-0758FEED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2E6E8-3C78-1356-F9D4-F2884C97D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A6D0-90C8-0B82-A96A-37FDAD110C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D0386A-BCA8-1C55-1A65-DDE7FDCB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A0C92-CAE9-A852-C6EF-33DBC49B5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CA1C8-643E-42D2-9472-729FB544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2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FE526-6274-F066-9337-575D9D58F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738499-B3F2-2D00-D9D7-9DF802BDC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D4C57-7B4F-3FF2-FCBA-C6E50A9AD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B025A-B2B0-86E2-4F9A-69B4357D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F5C59-D3B9-4639-6F0C-09E3ADD7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82F92-7D71-5C52-C14C-C148030AC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9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1516B-2EA0-2C1E-7503-569EE2A5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94E46-D8AF-CBA1-05BF-07C53CE97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3599C-6117-3684-E8BD-672B59CA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BC1E2-B64E-D262-E8D1-952301D1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1E06D-5105-CD07-248E-651844AA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2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0F7F1-08E6-A9A4-840D-8133F9F8A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91BCC-D559-5AD8-646D-EF917F352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A9059-5FB3-3440-54A8-9AF72999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314B3-D6B5-3DC1-F513-004EBA54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6C0DB-74F3-EF9A-4190-A81C1A67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23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B1D79-B3DC-3FE1-63D0-8ABC850FC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F97C2-A8D0-97C1-A3EF-2187C9424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4ABB3-25FA-0A90-B1D0-59A79528B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1A2C1-0703-4A84-B747-E5681AB783F0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9F6C3-670C-1A9F-B93B-9E21949A5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A177-EFD7-FBE0-3C08-BE1D421BC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80733-2370-4A54-BC89-DE5E99DDF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05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844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Farook Mohammad</dc:creator>
  <cp:lastModifiedBy>Farook Mohammad</cp:lastModifiedBy>
  <cp:revision>1</cp:revision>
  <dcterms:created xsi:type="dcterms:W3CDTF">2026-05-02T18:29:45Z</dcterms:created>
  <dcterms:modified xsi:type="dcterms:W3CDTF">2026-05-02T18:30:40Z</dcterms:modified>
</cp:coreProperties>
</file>