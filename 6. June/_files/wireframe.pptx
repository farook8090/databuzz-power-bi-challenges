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0FE"/>
    <a:srgbClr val="183A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21" y="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2E8C2-4D22-5A6A-2E1D-F54E0B2E5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FFC497-839B-F9C7-787B-DCAE1D39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CC69D-33F1-1F34-A543-A0CD2E4F5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3CF30-1AA1-4084-AFF5-09FAD81DB72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AB385-4A28-BA85-5ECB-4D98F5A44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5C454-57AC-8B2E-3F79-01A538F6D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419B-5284-4048-A515-4D1CBED9D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736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D67AC-14BD-A2DE-6A6E-953660A8E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5C42F-ABE1-637D-3318-CCCBD6C18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D0489-0640-20F7-9553-A17B94C67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3CF30-1AA1-4084-AFF5-09FAD81DB72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9252C-BF5A-55A1-B960-50A0F97DA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EBFCD-80C1-2286-41E2-2ACAADE42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419B-5284-4048-A515-4D1CBED9D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005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EED1D-76A7-A7F1-B566-54DE501A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4CD07-139B-4DE6-F718-D61AA86D1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E4F5E-7807-51F5-6567-6A6622E54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3CF30-1AA1-4084-AFF5-09FAD81DB72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200BF-EBA7-D154-95D6-73004E31A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59ED4-9BC4-0EE9-FE68-A74866614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419B-5284-4048-A515-4D1CBED9D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822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8D246-FB12-8634-9F8D-D0DE82753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FC7D6-6512-72C0-A6C7-AAED8EC5AB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09F1E-8A27-0DAF-B47D-C72F6478A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C68071-D4F5-EBE8-52B4-939FA001B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3CF30-1AA1-4084-AFF5-09FAD81DB72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B5DC9-27A8-E270-EB2C-05960B8A4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B3999-5556-82DE-53D1-CE0B04A1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419B-5284-4048-A515-4D1CBED9D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1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6F15B-828B-46A0-41FE-F165A9914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E4744-A21F-209D-7C06-E1F970C1C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3EF34-973C-A570-321D-E1FB59774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4A5F0E-174D-7271-EE2A-48A866FE2A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CFC743-69D9-BD61-D5E9-1EA21FEE69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CE2B1-5290-FE3E-7D21-C62811AE5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3CF30-1AA1-4084-AFF5-09FAD81DB72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EB7539-90D0-4FAE-5D7F-21232C2E3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E735B5-EBA6-8210-FF7C-E2BCDAA8A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419B-5284-4048-A515-4D1CBED9D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33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FDF09-4937-6617-AEBD-CD08268C0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95F74C-ABC5-717D-B3F3-874DD42C0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3CF30-1AA1-4084-AFF5-09FAD81DB72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6DEED-E718-BC52-5045-5B28A4846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BD3CE5-E8DB-322A-FDAC-C0C086B7E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419B-5284-4048-A515-4D1CBED9D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67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8A9F21-7DD6-F5CC-E86C-E1830CF6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3CF30-1AA1-4084-AFF5-09FAD81DB72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79FA44-F404-B87E-8EA6-5D5C088B1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4D8BA-1D3C-ABFF-BF31-458401A9E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419B-5284-4048-A515-4D1CBED9D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96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BFF2B-7640-5905-A635-913053B0A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B452D-B0D3-9A5B-DA91-445146DF5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40E91-8C04-F6D0-8611-1915F6326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C4A9E-D972-98F3-92E8-BF07BDF41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3CF30-1AA1-4084-AFF5-09FAD81DB72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577E0-1144-6AB5-67A7-372286B7D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D9DDB-8D90-8CD3-8C24-8D2C559BF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419B-5284-4048-A515-4D1CBED9D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752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E8AE7-328D-0DD0-91B9-A5B75B35F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819572-F200-BA12-20DC-0FA4D01668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463E80-A6B3-C43C-BF42-8EAF52D02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BD71-5BE8-49D5-44E6-686634CA0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3CF30-1AA1-4084-AFF5-09FAD81DB72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7CC21-59ED-974F-BE15-7301F4559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10EBD-FFA8-4056-DF93-A38D7B5CF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419B-5284-4048-A515-4D1CBED9D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421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C0179-2411-C889-66CD-A634135F5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A4FEAB-469A-C7E0-081F-C8362E268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3DAE7-56F8-CBBC-13BA-A0306C358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3CF30-1AA1-4084-AFF5-09FAD81DB72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533F4-90E3-28F1-85DA-5F927FEFA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EFBE5-6691-C5F0-8472-ADCA817DA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419B-5284-4048-A515-4D1CBED9D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305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E83432-8D83-C923-410A-899D20BCD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659EA6-55FF-7760-936D-FDF5169E9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F06A4-9951-A79B-3028-07EF3723E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3CF30-1AA1-4084-AFF5-09FAD81DB72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57B3B-514A-02A3-42E9-163140A8C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499D2-BAE0-3EBE-978D-AEDA616D8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419B-5284-4048-A515-4D1CBED9D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82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AD3B52-6984-88D1-164C-640EEC10D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574CF-8D89-F834-8120-84BA4AB96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8AC8E-EBB0-6F1D-CF58-14DB56F35D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3CF30-1AA1-4084-AFF5-09FAD81DB727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2777D-DE57-5231-7D3E-8B8C1AEA2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9EEED-655C-F5BF-F983-6AE6D92AF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36419B-5284-4048-A515-4D1CBED9D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007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AA0B36-EC7F-F89D-CC79-902075E352BA}"/>
              </a:ext>
            </a:extLst>
          </p:cNvPr>
          <p:cNvSpPr/>
          <p:nvPr/>
        </p:nvSpPr>
        <p:spPr>
          <a:xfrm>
            <a:off x="0" y="0"/>
            <a:ext cx="12192000" cy="477060"/>
          </a:xfrm>
          <a:prstGeom prst="roundRect">
            <a:avLst>
              <a:gd name="adj" fmla="val 18644"/>
            </a:avLst>
          </a:prstGeom>
          <a:solidFill>
            <a:srgbClr val="183A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3D5DB4-F70B-7007-7C91-933E2DDFBA5A}"/>
              </a:ext>
            </a:extLst>
          </p:cNvPr>
          <p:cNvSpPr/>
          <p:nvPr/>
        </p:nvSpPr>
        <p:spPr>
          <a:xfrm>
            <a:off x="0" y="301470"/>
            <a:ext cx="12192000" cy="258368"/>
          </a:xfrm>
          <a:prstGeom prst="rect">
            <a:avLst/>
          </a:prstGeom>
          <a:solidFill>
            <a:srgbClr val="183A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63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Farook Mohammad</dc:creator>
  <cp:lastModifiedBy>Farook Mohammad</cp:lastModifiedBy>
  <cp:revision>8</cp:revision>
  <dcterms:created xsi:type="dcterms:W3CDTF">2026-06-17T15:14:31Z</dcterms:created>
  <dcterms:modified xsi:type="dcterms:W3CDTF">2026-06-17T16:43:52Z</dcterms:modified>
</cp:coreProperties>
</file>